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DRONE SURVEY  ·  3D MODEL  ·  TECHNICAL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六支队通用无人机
一图勘察数字模型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完整业务逻辑 · 系统设置 · 技术栈说明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874519" cy="384048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87451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航拍识别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2344" y="4160520"/>
            <a:ext cx="1874519" cy="384048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4160520"/>
            <a:ext cx="187451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人工校对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4160520"/>
            <a:ext cx="1874519" cy="384048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4160520"/>
            <a:ext cx="187451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运动路径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3992" y="4160520"/>
            <a:ext cx="1874519" cy="384048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4160520"/>
            <a:ext cx="187451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三维 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4160520"/>
            <a:ext cx="1874519" cy="384048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4160520"/>
            <a:ext cx="187451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责任分析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内部培训 / 技术交底  ·  不含 API 密钥  ·  可随代码同步再生成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按真实代码模块组织，覆盖从启动到开源发布的全链路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4416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01  定位与价值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给谁用、解决什么、一天怎么干完一件案子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4416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02  技术栈与架构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691640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桌面端、识别、三维、AI、本地服务如何拼在一起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96312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606040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03  主流程与识别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953512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上传、YOLO、车辆类型推断、进入校对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96312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606040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04  结果确认与编辑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53512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五图层、快捷键、必填校验、缓存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58183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3867911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05  系统设置全表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215383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识别 / AI / 专家 / 端口 / 动画 / 车型规格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58183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3867911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06  三维报告与播放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215383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测量、编号、责任、报告、运动圆角与车头约束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20056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129784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07  数据、打包与安全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477256"/>
            <a:ext cx="52760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JSON、history、密钥隔离、GitHub 与 PyInstaller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02  / 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定位与价值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一张航拍图，从现场识别走到可交互三维现场与专家发言。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项目是什么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面向高速公路交警的「无人机一图勘察」桌面工具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34015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上传一张事故现场航拍图，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自动检出车辆（支持旋转框），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人工校对车辆、道路线、标记物、运动路径和案情后，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生成可离线打开的三维 HTML。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识别、校对、建模不依赖 AI。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配置 DeepSeek 后，可按四位大队长及自定义专家角色，一次请求生成责任结论与报告发言。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389888"/>
            <a:ext cx="34015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给谁用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737360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高速公路交警（六支队场景）。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需要快速把航拍图变成可讲解、可测量、可回放的数字现场。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案件侦办：还原经过与责任方向。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秩序管理：提炼违法行为与整治动作。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护路联防：看道路因素与设施缺口。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指挥调度：看监控/GPS 能发现的动态风险。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80160"/>
            <a:ext cx="34747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389888"/>
            <a:ext cx="3218687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明确不做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1737360"/>
            <a:ext cx="3218687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不是行车记录仪视频分析。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不是实时监控接入。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不替代现场勘查笔录。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不把 API 密钥写入仓库或安装包。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GitHub 不托管超过 100MB 的 YOLO 权重。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无密钥时：识别 + 校对 + 三维建模仍完整可用。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04  / 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日常办案路径（交警视角）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主窗口四个入口：上传图片、查看历史、建模预览、系统设置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2574036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1. 上传航拍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46504"/>
            <a:ext cx="2409444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选现场俯视图，后台线程跑 YOLO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03804" y="185166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2988" y="1325880"/>
            <a:ext cx="2574036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4428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2. 校对现场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4428" y="1746504"/>
            <a:ext cx="2409444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车辆与道路线必填，标记/路径/案情可选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185166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4496" y="1325880"/>
            <a:ext cx="2574036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3. 识别确认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46504"/>
            <a:ext cx="2409444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生成三维 HTML，可选一次 AI 请求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46820" y="185166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76004" y="1325880"/>
            <a:ext cx="2574036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444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4. 现场讲解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1746504"/>
            <a:ext cx="2409444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浏览器打开：测量、播放、责任、报告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80360"/>
            <a:ext cx="553212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900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主窗口按钮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337560"/>
            <a:ext cx="527608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上传图片：选择图片后自动开始识别（需 downloads 中有 .pt）。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查看历史：打开 history 下已生成的 HTML。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建模预览：单车 Three.js 预览，底部切换 8 种标准车型，与导出场景同源。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系统设置：六个 Tab，见后文专章。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端口被占用时，主界面会提示「端口被占用请另行设置」。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8036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9900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产物落在哪里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337560"/>
            <a:ext cx="518464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三维现场：history/YYYYMMDD_HHMMSS.html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带测量线副本：history/{用户名}_{时间}(line).html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校对缓存：与图片绑定的标注历史，含车辆尺寸、车道宽、案情、路径。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配置：config/*.json（密钥仅本地 ai_settings.json）。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专家头像：ExpertPic/（默认四张 PNG + 自定义）。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05  / 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技术栈与架构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桌面 GUI、视觉识别、三维导出、可选大模型，全部跑在本机。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技术栈总览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运行依赖写在 requirements.txt；三维与打包工具不进入该文件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2926080"/>
                <a:gridCol w="438912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版本/说明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 / 运行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+ Conda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3.10，环境在项目内 env/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create.bat 创建，start.bat 启动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 GUI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PySide6 (Qt)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&gt;= 6.7.0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主窗、校对、系统设置、快捷键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视觉识别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Ultralytics YOLO11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&gt;= 8.2.0，权重 .pt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检出车辆；优先 OBB 旋转框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OpenCV + Pillow + NumPy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cv2 / PIL / np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读图、画框、采样车身颜色、坐标换算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三维现场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Three.js + GLB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模板内嵌，离线可开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场景、测量、运动、责任标牌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AI（可选）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Chat Completions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 deepseek-v4-pro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一次请求：结构化责任 + 专家发言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本地服务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HTTP Server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默认端口 8765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HTML「保存结果」写回 history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打包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PyInstaller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build.bat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release/TrafficAccident3D/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07  / 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运行时架构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main.py 拉起 Qt 应用，同时启动测量保存服务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34015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进程内模块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main.py：QApplication、全局字体兜底、start/stop 测量服务。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gui/main_window.py：主界面与识别线程 ProcessThread。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core/yolo_detector.py：加载 .pt，输出旋转框列表。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gui/result_window.py：校对总控、AI 线程、生成 HTML。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gui/image_viewer.py：图层、命中、缩放平移。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utils/html_generator.py：注入 accidentSettings 与 runtime。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utils/liability_ai.py：上下文拼装与一次 API 调用。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389888"/>
            <a:ext cx="34015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数据怎么走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737360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航拍图路径 → YOLO detections。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detections + 历史标注 → 校对场景。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校对结果 → convert_to_3d_data（像素→米）。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3D JSON 写入 templates/accident_scene.html。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若启用 AI：同一套标注再生成 liability_context，后台线程请求。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浏览器测量线 POST 回本机服务，另存 (line).html。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80160"/>
            <a:ext cx="34747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389888"/>
            <a:ext cx="3218687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路径解析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1737360"/>
            <a:ext cx="3218687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utils/app_paths.py：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开发态用源码根目录；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打包后用可执行文件目录。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所有 config、downloads、history、templates、ExpertPic 都走 app_path()，避免相对路径在打包后失效。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08  / 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仓库目录地图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业务代码集中在 gui / core / utils / config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949439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main.py / start.bat / create.bat / build.bat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入口、建环境、启动、打包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gui/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主窗、校对、运动编辑、系统设置各 Tab、尺寸/车道宽对话框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 检测、8 种车型预设、5 种标记预设、车型规格读写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生成、像素→3D、AI、标注缓存、测量服务、动画/识别设置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识别、AI 连接示例、提示词、专家、端口、车型默认/当前规格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templates/accident_scene.html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三维现场模板，注入 accidentSettings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static/three/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Three.js、OrbitControls、GLTFLoader（离线）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downloads/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 .pt（仓库用 .gitkeep，权重大于 100MB 不上传）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history/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生成的 HTML 与测量副本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ExpertPic/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四位默认专家头像 + 自定义头像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models/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车型 GLB，导出时只内嵌本次用到的车型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09  / 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主流程与识别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从选图到旋转框列表，再映射成可编辑的标准车型。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启动与识别线程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识别在 QThread 中跑，避免卡住界面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启动：测量保存服务先 bind 端口；失败时主界面显示端口警告，查看历史/生成后的保存会受影响。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上传图片：检查 downloads 中是否有可用 .pt；没有则提示先去「系统设置 → 识别设置」。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ProcessThread 调用 YoloDetector(model_path).detect(image_path)，完成后打开 ResultWindow。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若该图有标注历史（annotation fingerprint），校对页会恢复车辆、道路线、标记、路径、案情、本图车道宽。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识别中主按钮禁用，进度条为不确定动画。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识别出错弹窗后恢复按钮；权重缺失会抛 FileNotFoundError。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60520"/>
            <a:ext cx="11155680" cy="1874519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4270248"/>
            <a:ext cx="10899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YOLO 推理参数（core/yolo_detector.py）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4617720"/>
            <a:ext cx="10899648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conf=0.15，iou=0.4，imgsz=1024。有 OBB 时用 xywhr（中心、宽高、弧度角）；无 OBB 则退回水平框且 angle=0。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每条检测含 class_id / class_name / confidence / x_center / y_center / width / height / angle。GUI 自己画框，draw_detections 仅调试用。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11  / 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车辆类型如何从 YOLO 变成 3D 车型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core/vehicle_presets.py：用户选定优先，否则按 class_id 推断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5303520"/>
              </a:tblGrid>
              <a:tr h="4376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 class_id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推断车型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10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小客车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默认乘用车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商务车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大巴车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/ 9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大型栏板货车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卡货车类兜底也走栏板货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名称含 large/truck/bus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大型栏板货车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class_id 未命中时的名字兜底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名称含 small/car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小客车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名字兜底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48056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4590288"/>
            <a:ext cx="10899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导出到 Three.js 的 8 种标准车型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4937760"/>
            <a:ext cx="108996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小客车、商务车、牵引车及挂车、大型厢式货车、大型罐式货车、大型栏板货车、轻型栏板货车、大巴车。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必须与 accident_scene.html 中 createVehicle 的 switch 一致。用户在校对里改的 preset_type 会覆盖自动推断。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12  / 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像素坐标如何变成三维米制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utils/data_converter.py：用车道宽度标定 ppm（像素/米）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默认车道宽 3.75 m、应急车道宽 3.0 m（config/vehicle_model_defaults.json，可在校对里按本图改）。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根据标注的道路线间距与设定车道宽，计算 ppm，再把图像中心作为世界原点：x 向右、z 向前（图像 y）。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道路线段两端各延长 30%（ROAD_MODEL_END_EXTENSION_RATIO），避免三维路面在画面边缘被切短。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相邻道路线围成车道面：index 0 记为「应急车道」，其余为「快车道1、快车道2…」。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车辆写入 type、位置、朝向、尺寸、车漆颜色（从航拍图采样）、运动路径（同步换算到米）与速度。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标记物写入五种标准类型；碰撞点、散落物在运动播放期间隐藏，结束再出现。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车身颜色解析失败则回退默认涂装。只把本次用到的车型 GLB 打进 HTML，控制文件体积。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13  / 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结果确认与编辑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五图层校对是质量闸门：车辆和道路线不过关，不能生成三维现场。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校对页总览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gui/result_window.py  +  gui/image_viewer.py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73152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图层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必填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主要操作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*车辆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是，至少 1 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拖移、黄角点缩放、滚轮旋转、方向键转车头标识、Ctrl 多选、新增框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*道路线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是，至少 1 条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拖整组平行线、滚轮旋转整组、新增、Delete/右键删最后一根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标记物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单击放置圆标，右键改类型：椎桶/成年人/导向牌/散落物/碰撞点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右键车辆设路径/速度；路径点最多 10 个，滚轮切 G/F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事故案情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浮动窗口输入简要案情，建议用车辆 ID 指代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709160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4818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右侧主按钮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166360"/>
            <a:ext cx="52760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快捷键：红色呼吸闪烁，点开列出全部键鼠。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仅缓存：写入标注历史，不生成 HTML。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识别确认：车辆+道路线齐全才可点；可勾选本次启用 AI。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0916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4818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显示全部图层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5166360"/>
            <a:ext cx="51846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默认勾选。其它图层可见但不可点、不挡当前层命中。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文字、箭头、路径、选框一律鼠标穿透。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案情页会强制展示全部图层，方便用车辆 ID 写经过。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15  / 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图层隔离与命中规则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可见 ≠ 可操作；装饰物永远不能抢走鼠标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当前图层：对象可选、可拖、可右键。其它图层在「显示全部图层」时只渲染。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未勾选时，非当前图层直接隐藏（运动页仍强制显示车辆框，便于选车设路径）。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命中测试按当前模式过滤：道路线页点到车辆框不会误选车；车辆页点到车道线不会拖线。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标签「车辆1(小客车)」字号约 6pt，贴旋转框左上角（YOLO 风格），不随图片缩放（ItemIgnoresTransformations）。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道路线编号为绿色，与车道线颜色一致。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非新增模式下点空白处平移：按下才抓握，松开必须恢复箭头，避免「拳头光标粘住」。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设置路径时，车辆选框暂时不接收点击，允许把路径点打在车身上；退出路径模式后恢复选车。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16  / 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车辆图层逻辑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选框是现场事实，车型/尺寸/朝向是建模语义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编辑能力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拖拽移动中心；拖黄色角点改宽高。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选中后滚轮旋转整框（带旋转的航拍目标）。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← / → 只旋转「车头方向标识」，不改框，用于告诉三维车头朝哪。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Ctrl 点击多选，可批量转方向。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右键：删除、改车型（8 种标准类型）、单独改该车尺寸。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「新增」后拖拽画新框；再次点击退出新增。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Delete 删除选中车辆。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标签格式：车辆N(车型)，紧贴框左上。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尺寸从哪来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全局默认：config/vehicle_model_settings.json（可由建模预览/设置改）。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单车覆盖：校对里打开车辆尺寸对话框，只影响这一辆。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导出时：单车尺寸 &gt; 车型规格 &gt; 代码兜底。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牵引车及挂车按 tractorTrailer 特殊结构生成。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车漆：从航拍图对应区域采样，让三维车身接近现场颜色。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方向标识必须人工确认：YOLO 能给框的朝向，但不能可靠判断哪头是车头。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17  / 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道路线图层逻辑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道路线是三维地面姿态和车道划分的基准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一组平行线表示车道边界。拖动一根会保持平行间距，用于整体平移路网。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选中后滚轮旋转整组，使灰地面/路模型与真实道路走向对齐，而不是平行于屏幕坐标轴。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可设置本图车道宽、应急车道宽，写入标注缓存并参与 ppm 标定和 HTML 测量基准。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相邻线之间自动分成应急车道 + 快车道，供 AI 上下文描述「车辆所在车道」。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至少一条道路线才能点「识别确认」——没有路，三维地面无法定方向，测量锁定直角也没有参考轴。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删除只能从最后一根往前删，避免中间抽掉导致车道面错乱。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18  / 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标记物图层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五种标准类型，导出到三维的几何不同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94360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现场含义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三维表现 / 播放行为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安全椎桶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现场封控、分流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锥桶模型，始终可见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成年人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行人、勘查人员等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人物模型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导向牌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临时标志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导向牌模型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散落物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玻璃、零件等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地面散落；运动播放中隐藏，结束再现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碰撞点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接触位置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黄色 3D 浮空扩散球；播放中隐藏，结束再现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66344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4773168"/>
            <a:ext cx="10899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编辑要点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120640"/>
            <a:ext cx="108996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「新增」后左键单击连续放点；ID 自动为 M01、M02…。右键改类型。碰撞点与散落物是给讲解和 AI 用的语义标记，不是物理刚体。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19  / 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运动图层：路径、速度、G/F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gui/motion_path_editor.py  +  gui/motion_path_utils.py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怎么画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仅运动页可选中车辆。右键「设置路径」进入绘制。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左键空白（含车身）加点；最多 10 个用户点。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右键空白结束：自动把终点连到该车中心（事故静止位置）。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Delete 只能从后往前删当前呼吸点。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滚轮切换当前点前进 G / 倒车 F，字母画在呼吸圆内且鼠标穿透。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呼吸动画速度是普通闪烁的两倍，半径已减半，减少挡路。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虚线在点与点之间流动，提示绘制顺序。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车心旁蓝色标签显示预估时长，保留一位小数，例如 12.3秒。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速度与颜色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右键「设置速度」，单位 km/h，默认 80。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预估时长 = 路径米数 / (车速m/s × 系统执行倍率)。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开场 1 秒静帧不计入这条预估，也不计入 HTML 进度条。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超过 30 秒：路径变红并弹窗提醒，可提高车速或缩短路径。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未超 30 秒：浅蓝色。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G：车头指向下一路径点（前进）。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F：车尾指向下一路径点（倒车）。车头转角连续，不在 G/F 切换时原地甩 180°。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路径与速度随标注一起缓存。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20  / 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事故案情与生成前校验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案情是给 AI 和报告用的自然语言，不进入三维几何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事故案情页弹出可拖动浮动面板，建议用「车辆1」「车辆2」描述经过，避免写车牌造成隐私问题。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「仅缓存」：保存车辆、道路、标记、路径、案情、本图车道宽，不建模。可反复改。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「识别确认」禁用条件：没有车辆、或没有道路线。按钮变灰，悬停提示缺哪一项。下拉框里「车辆」「道路线」文字保持红色（不闪）。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「本次启用AI分析」：仅当系统设置已勾选「启用AI分析责任」才可勾；否则禁用并提示先去系统设置。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生成时：先落标注 → 可选后台 AI 线程（进度对话框）→ generate_html → 用系统浏览器打开。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AI 失败不阻断三维生成：仍出 HTML，责任/报告按钮保持不可用或走已有缓存策略。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「每次重新生成事故责任」开启时，忽略相同标注指纹的 AI 缓存，每次都打接口。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21  / 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校对页快捷键一览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与软件内「快捷键」弹窗一致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949439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Alt + 滚轮上 / 下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放大 / 缩小图片；标签不跟着图片放大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图片放大后左键拖空白 / 中键拖 / 空格+左键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抓握平移视图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 + 点击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多选车辆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选中车辆或道路线后滚轮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旋转对象 / 整组车道线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选中车辆后 ← / →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旋转车头方向标识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Delete 或右键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删除当前对象；路径模式下删最后一个点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新增后拖拽或单击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按当前图层新增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路径绘制中左键 / 右键 / 滚轮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加点 / 结束并连车心 / 切换 G·F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22  / 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系统设置全表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六个 Tab 决定识别用哪套权重、要不要 AI、三维怎么播、测量怎么存。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系统设置地图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gui/system_settings_dialog.py，模态对话框，底部可保存当前 Tab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657600"/>
                <a:gridCol w="2468880"/>
              </a:tblGrid>
              <a:tr h="7053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配置文件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关键字段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何时生效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识别设置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recognition_settings.json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modelFile（downloads 下的 .pt）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下次上传识别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AI连接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ai_settings.json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密钥、URL、模型、思考、超时、两个勾选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识别确认且本次启用 AI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AI提示词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ai_prompt.json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appendRequirement（交警视角补句）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拼进当次请求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AI专家设置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ai_experts.json + ExpertPic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12 人，角色描述 ≤500 字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当次 AI 请求的 experts 列表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端口设置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measurement_port.json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silentRandom、port（默认 8765）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保存后立即重启监听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动画设置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animation_settings.json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playbackSpeedFactor 0.02–0.25，默认 0.1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写入新生成 HTML 的 runtime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24  / 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识别设置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只做一件事：选定 YOLO 权重文件名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下拉框扫描 downloads/ 中全部 .pt。一个都没有时禁用保存，提示未找到模型。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默认优先选文件名不含 obb 的权重；用户仍可手动选 yolo11x-obb.pt 以获得旋转框。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推荐组合：yolo11x.pt（水平框）与 yolo11x-obb.pt（旋转框）。仓库不包含这两个文件。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设置保存在 config/recognition_settings.json 的 modelFile。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已打开的校对页不会中途换模型；必须重新上传图片才会按新权重识别。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25  / 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未勾选「启用AI分析责任」或关键字段为空，全程不发 HTTP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57600"/>
                <a:gridCol w="438912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 / 范围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API密钥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空，密码框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仅存本机 ai_settings.json；打包与 Git 都会去掉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请求地址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https://api.deepseek.com/chat/completions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 http/https 开头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模型名称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deepseek-v4-pro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随服务商填写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推理强度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high（低/中/高/默认）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reasoningEffort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思考模式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enabled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default / enabled / disabled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Temperature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0.1（0–2）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责任分析需要低随机性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超时时间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秒（10–600）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专家发言一次性返回，超时宜留足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启用AI分析责任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false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总闸。关掉则校对页「本次启用AI」也禁用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每次重新生成事故责任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true=忽略同指纹缓存，每次都请求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26  / 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提示词与专家设置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提示词补交警视角；专家决定报告里谁按什么口吻说话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AI提示词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文件：config/ai_prompt.json。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字段 appendRequirement 会追加到当次 prompt.requirements。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默认要求：站在交警视角谈防控，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谈如何修路、如何打击违法，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而不是教驾驶人「以后怎么开」。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可改，但应保持可执行、可部署的机关口吻。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AI专家设置规则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最多 12 位。满员后「+」禁用。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角色定位最多 500 字。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头像可选；若上传须 1:1 正方形且 ≤500KB。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未上传则用问号默认图 default_unknown.png。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四位默认专家：不可删除、不可停用，可改角色描述。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自定义专家：可改、可删、可停用；发言顺序=创建顺序，排在四位默认之后。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仅 enabled 的专家进入当次请求。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头像在 HTML 里 base64 内嵌，离线也能显示。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27  / 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四位默认专家（固定发言顺序）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案件侦办 → 秩序管理 → 护路联防 → 指挥调度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案件侦办大队长  ·  案侦.png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还原经过：车道、车速、方向、碰撞点、护栏受损。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判断主要 / 次要 / 同等 / 无责任，并给出下一步调查方向。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秩序管理大队长  ·  秩序.png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点名各车违法行为及对事故的影响权重。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提出执法整治专项与警示宣传角度。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81304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护路联防大队长  ·  护路.png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160520"/>
            <a:ext cx="5276088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看道路因素：应急车道过窄、摩擦系数、标志标牌、抓拍、提示手段、减速设施。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建议路面应增设什么。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81304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指挥调度大队长  ·  指挥.png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160520"/>
            <a:ext cx="5184648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盯监控/GPS 能发现的动态风险：违停、倒车、占应急、行人上高速。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给出指挥中心发现与制止的手段清单。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28  / 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端口设置与动画设置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端口服务给 HTML 存文件；动画系数给运动播放定快慢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端口设置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测量保存是进程内 HTTP 服务，HTML 通过 localhost POST。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默认端口 8765。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勾选「静默随机端口」：自动选可用端口（含历史别名与随机回退）。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取消勾选：只用指定端口；占用则保存后服务起不来。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「测试」探测端口是否可用（本进程占用视为正常）。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「恢复默认」回到静默随机 + 8765。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保存后立即 restart_measurement_save_server()。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服务未启动时，HTML 会提示先开 Python 程序再保存测量线。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只允许把 history 目录内的 HTML 另存，防止写到任意路径。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动画设置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字段 playbackSpeedFactor。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范围 0.02–0.25，步进 0.01，默认 0.1。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含义：三维车速 = 校对里填的 km/h × 该系数。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0.1 即按真实车速的十分之一播放，便于看清会车与转向。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该系数写入新 HTML 的 accidentSceneRuntime。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HTML 里另有 1X / 2X / 3X，叠乘在该系数之上。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预估时长、进度条长度都用「行驶时间」，不含开场 1 秒静帧。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29  / 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车型规格与建模预览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三维尺寸来自 JSON，不在 C++/着色器里写死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默认规格：config/vehicle_model_defaults.json；当前覆盖：vehicle_model_settings.json。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每车含 kind（passenger / tractorTrailer / boxTruck 等）、宽长高、轮半径、轮位纵向偏移。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全局车道宽 3.75 m、应急 3.0 m、描边宽 2.5，可被单图校对覆盖。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主窗口「建模预览」打开 templates/vehicle_model_preview.html，底部三角切换 8 种车型，逻辑与导出场景同源。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改规格后，新生成的 HTML 用新尺寸；已生成的旧 HTML 不会自动改。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30  / 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三维报告与播放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浏览器里的现场：能转、能量、能播、能讲责任。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HTML 生成链路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utils/html_generator.py 读模板、注入 JSON、只打包用到的 GLB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1. 读航拍图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46504"/>
            <a:ext cx="2409444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取宽高，供坐标换算与车漆采样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03804" y="18288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2988" y="1325880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4428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2. 转 3D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4428" y="1746504"/>
            <a:ext cx="2409444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vehicles / roads / markers / motion / laneAreas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18288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4496" y="1325880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3. 灌模板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46504"/>
            <a:ext cx="2409444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替换 settings.js 为内联 accidentSettings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46820" y="18288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76004" y="1325880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444" y="1435607"/>
            <a:ext cx="24094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4. 写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1746504"/>
            <a:ext cx="2409444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源路径、保存 URL、播放倍率、专家头像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8892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输出：history/{YYYYMMDD_HHMMSS}.html，用系统浏览器打开。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runtime 含 sourceHtmlPath、saveMeasurementsUrl、playbackSpeedFactor；测量线以后另存时靠它找回源文件。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Three.js 与控制器、加载器均已放进 static/three，生成页可离线打开（保存测量除外，保存仍要本机服务）。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灰地面按道路线走向旋转，与路平行，而不是平行于世界坐标轴。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32  / 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三维现场交互总表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templates/accident_scene.html 右侧按钮与三个勾选框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731520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控件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互斥 / 禁用规则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开场建模动画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自动播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期间业务按钮全禁用；任意左键立即结束并解锁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测量距离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测量中禁用运动/责任/报告/保存；三个勾选框仍可用；再点退出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保存结果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需服务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弹出文件名；最终 history/{名}_{时间}(line).html；非法字符拒绝；重名确认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播放运动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无路径则禁用；责任模式下禁用；播放中隐藏测量线与责任 UI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责任显示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AI 结构化结果则保持灰；开启时隐藏车辆编号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事故报告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只渲染「头像+姓名+发言」；旧版总述/清单/建议不再展示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磁吸模式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关，不保存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吸附轮胎、标记中心、道路线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锁定直角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关，不保存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相对车道线 0°/90°；可与磁吸叠加到延长线最近点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车辆编号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关，不保存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蓝色头顶标牌，样式同责任标牌；测量/运动/责任时隐藏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33  / 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测量距离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建模设置里的车道宽、应急车道宽是测距的比例尺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进入测量：点路面第一点为起点，移动时虚线预览距离与相对车道线夹角，再点第二点落线。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磁吸：终点吸到最近轮胎、标记中心或道路线。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锁定直角：终点被约束到与车道线平行或垂直的方向。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两者同时开：先正交，再在该延长线上吸到最近特征点。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保存：校验文件名不含 \ / : * ? " &lt; &gt; | ；时间戳格式 _{YYYYMMDD_HHMMSS}(line).html。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服务把测量线写进副本 HTML 的 runtime.savedMeasurements，下次打开仍在。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未启动桌面程序时不能保存，页面提示先启动 Python 程序。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34  / 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运动播放算法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所有已设路径的车辆同时从起点出发，车头连续转向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时间轴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进入播放：车辆跳到各自路径起点。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先静持 1 秒（不是 2 秒），进度条仍为 0。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然后按各自 km/h × 系统系数 × 界面 1X/2X/3X 沿路径前进。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进度条只覆盖「行驶段」，可拖动；一拖就暂停。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播放/暂停按钮控制时钟。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散落物与碰撞点在行驶期间隐藏，结束或退出后出现。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退出播放：车辆回到事故静止位（路径终点/车心），恢复其它按钮。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无路径车辆保持事故位置不动。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姿态与平滑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路径折线在 HTML 里做圆弧倒角（fillet），小转角也保证看得见的圆角，避免折线「掰一下」。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G：车头对准切线方向；F：车头与切线相反（倒车）。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约束的是「每帧车头角变化」，不是路径几何角，也不是 G/F 混合。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最后几米把 yaw blend 到校对时的 restYaw，最后一帧车头等于标注方向，无猛地一扭。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倒车时车头仍连续，不会为了切 F 而原地掉头。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35  / 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责任显示与事故报告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同一份 AI JSON，两套界面：车上标牌 vs 专家发言列表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一次 DeepSeek 请求必须同时返回 vehicleResponsibilities 与 expertSpeeches，禁止按专家拆多次。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责任显示：每车头顶标牌（主要/次要/同等/无责任等），悬停看该车说明。开启时车辆编号隐藏。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事故报告：按 experts 数组顺序逐人展示头像、姓名、第一人称发言。默认四人固定在前，自定义按创建序接在后面。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报告面板不再展示「总体综述 / 责任清单 / 防控建议」旧三块，避免和专家口吻重复。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代码仍会做责任一致性修补（_enforce_responsibility_consistency），减少自相矛盾的划责。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未启用 AI 或请求失败：三维现场仍可测、可播；责任与报告按钮保持灰色。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36  / 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分析数据流（一次请求）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utils/liability_ai.py：先把现场编成可观察摘要，再交给模型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10899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上下文里有什么（校对页全部图层都会进）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10899648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车辆摘要：编号、车型、所在车道、朝向、与其它车的碰撞/邻近关系、运动路径与速度、G/F。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道路：车道数量与应急/快车道划分、线型。标记：椎桶、行人、导向牌、散落物、碰撞点位置。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案情原文。自定义提示词 appendRequirement。experts[]：id、name、rolePrompt（仅启用项）。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66160"/>
            <a:ext cx="1115568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3675887"/>
            <a:ext cx="10899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返回约定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4023360"/>
            <a:ext cx="1089964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vehicleResponsibilities：按车辆排序的结构化划责，供「责任显示」。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expertSpeeches：与 experts 顺序一一对应的第一人称发言，供「事故报告」。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温度默认 0.1；思考模式默认开启。后台 QThread 跑，界面弹进度框，不冻校对窗。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相同标注指纹可缓存；「每次重新生成」开启则跳过缓存。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37  / 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PART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数据、打包与安全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配置可分发，密钥不可离开这台机器。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配置与缓存文件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业务 JSON 要进安装包；真正的密钥文件不进 Git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59"/>
                <a:gridCol w="1828799"/>
                <a:gridCol w="2011679"/>
                <a:gridCol w="3291839"/>
              </a:tblGrid>
              <a:tr h="6172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 Git?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进安装包?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config/ai_settings.json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否（gitignore）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是，但密钥被清空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pack_sanitize_ai_settings.py 擦除 deepseekApiKey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config/ai_settings.example.json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空密钥模板，给开源用户复制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ai_prompt.json / ai_experts.json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提示词与专家角色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recognition / animation / measurement_port / vehicle_model_*.json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识别、动画、端口、车型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downloads/*.pt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100MB 限制；打包给现场离线用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history/*.html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案件产物，不进仓库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ExpertPic 默认 PNG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四位大队长头像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39  / 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标注缓存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utils/annotation_history.py：同一张图再次打开，接着改而不是从头画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用图片路径与内容指纹关联缓存，避免「换了一张同名图却套用旧框」。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缓存内容：车辆框与车型尺寸、道路线、标记、运动路径与速度、事故案情、本图车道宽。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「仅缓存」与「识别确认」都会写；识别确认额外生成 HTML。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AI 结果可按标注指纹复用，除非设置了每次重新生成。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40  / 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打包逻辑（build.bat）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产物在 release/TrafficAccident3D/，不使用 dist 作为最终交付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使用项目内 Conda 环境 env/，Python 3.10。依赖走清华 PyPI 镜像。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PyInstaller 打主程序；再拷贝 config、templates、static、models、downloads、ExpertPic 等到 release。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拷贝 AI 设置前先跑 pack_sanitize_ai_settings.py，保证安装包里 API 密钥为空。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pack_verify_release.py 检查：必要配置在、YOLO 权重在、包装后的 ai_settings.json 密钥为空、整个 release 目录搜不到开发机上的原密钥。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BUILD_NOPAUSE=1 可无人值守。失败统一 goto :fail。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 dist/ 是 PyInstaller 中间目录，最终以 release 为准。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41  / 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开源与密钥隔离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公开仓库 https://github.com/crawar/TrafficAccident3D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527608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.gitignore 关键项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37360"/>
            <a:ext cx="527608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env/、venv/、build/、dist/、release/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config/ai_settings.json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history/*（保留 .gitkeep）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downloads/*.pt / .onnx / .engine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.cursor/ 等编辑器目录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publish_github.bat 在 push 前会 git check-ignore 密钥文件，并拒绝已暂存的 ai_settings.json。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89888"/>
            <a:ext cx="5184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使用者怎么配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复制 ai_settings.example.json 为 ai_settings.json，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或在软件「系统设置 → AI连接」里填写。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不配密钥：识别、校对、三维、测量、运动全部可用。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YOLO 权重需自行放到 downloads/：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yolo11x.pt 、 yolo11x-obb.pt。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README 只写功能与步骤，不写任何真实密钥。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42  / 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能力边界与常见误用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先知道边界，再向领导和兄弟单位介绍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572000"/>
              </a:tblGrid>
              <a:tr h="7053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系统能做什么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不能当成什么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责任认定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提供可视化现场 + 专家口吻分析草稿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不能代替法定事故认定书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测距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按标定车道宽在三维里量相对距离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不是全站仪级测绘成果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运动回放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按民警标注的路径与速度示意经过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不是从视频里自动追轨迹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 识别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给出初始旋转框，大幅减少手画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必须人工确认车头与漏检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发言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一次生成四岗+自定义专家讲稿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未开启或失败时报告按钮为灰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离线演示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可拷走看场景和播放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保存测量线仍需本机程序在跑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43  / 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标准操作清单（给现场民警）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五步走完一件案子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989734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82514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1. 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92224"/>
            <a:ext cx="1825142" cy="7680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create.bat 建 env；downloads 放两个 .pt；可选填密钥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19502" y="192024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8686" y="1371600"/>
            <a:ext cx="1989734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0126" y="1481328"/>
            <a:ext cx="182514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2. 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0126" y="1792224"/>
            <a:ext cx="1825142" cy="7680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上传航拍；等 YOLO；进入校对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6708" y="192024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5892" y="1371600"/>
            <a:ext cx="1989734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7332" y="1481328"/>
            <a:ext cx="182514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3. 校对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7332" y="1792224"/>
            <a:ext cx="1825142" cy="7680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车与路必填；补标记、路径、案情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93915" y="192024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3099" y="1371600"/>
            <a:ext cx="1989734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4539" y="1481328"/>
            <a:ext cx="182514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4. 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4539" y="1792224"/>
            <a:ext cx="1825142" cy="7680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识别确认；浏览器打开 HTML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31121" y="192024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60305" y="1371600"/>
            <a:ext cx="1989734" cy="12801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1745" y="1481328"/>
            <a:ext cx="182514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5. 讲解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1745" y="1792224"/>
            <a:ext cx="1825142" cy="7680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测量 / 编号 / 播放 / 责任 / 报告 / 另存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017520"/>
            <a:ext cx="1115568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127248"/>
            <a:ext cx="108996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检查口诀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3474720"/>
            <a:ext cx="1089964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车头方向看箭头，不看框的长边。道路线要转到和路平行。应急车道是最外侧那一条带。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路径点从来车方向画到事故停车位置；倒车路段用 F。超过 30 秒的红线先改速度。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要讲责任必须先在系统设置打开 AI，并在识别确认时勾选本次启用。报告里发言顺序不能在 HTML 里改，要在专家设置里改。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把 HTML 拷给领导可以看；若还要在那台机器上保存测量线，需要同时运行本程序且端口通。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44  / 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模块对照速查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改需求时先对上文件，避免在 HTML 和 Python 各改一半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132320"/>
              </a:tblGrid>
              <a:tr h="44888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要改的行为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优先看这些文件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主界面按钮与识别线程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gui/main_window.py，core/yolo_detector.py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校对图层、必填、快捷键、AI 勾选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gui/result_window.py，gui/image_viewer.py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路径点、G/F、时长颜色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gui/motion_path_editor.py，motion_path_utils.py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系统六个 Tab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gui/system_settings_dialog.py 及对应 utils/*_settings.py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专家增删改头像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gui/ai_expert_settings_dialog.py，utils/ai_experts.py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像素→米、车道面、车漆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utils/data_converter.py，core/vehicle_presets.py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三维按钮、测量、播放、标牌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templates/accident_scene.html，utils/html_generator.py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上下文与返回修补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utils/liability_ai.py，config/ai_prompt.json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测量保存与文件名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utils/measurement_save_server.py，html_generator.save_measurement_html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打包与密钥擦除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build.bat，pack_sanitize_ai_settings.py，pack_verify_release.py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TrafficAccident3D  ·  六支队无人机一图勘察数字模型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45  / 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END OF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一张航拍图，走完识别、校对、三维与讲解。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本 PPT 由 PPT/generate_ppt.py 根据当前代码生成。
修改逻辑后重新运行脚本即可更新，无需手改每一页。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2468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无密钥仍可建模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50292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5029200"/>
            <a:ext cx="2468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车辆+道路线必填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50292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5029200"/>
            <a:ext cx="2468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一次请求全角色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50292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5029200"/>
            <a:ext cx="2468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密钥不上仓库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